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yourself and the project title. Mention it is an AI-based bilingual health guidance system for symptoms.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the motivation: fast, simple guidance. Clearly say it does not replace doctors.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Summarize the problem in 3–4 lines: reliability, accessibility, and safety.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objectives quickly. Emphasize bilingual voice and severe-case safety.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Mention why existing methods are not enough and why a structured system helps.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the complete flow: easy input, useful output, and safety-first design.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it simple: full-stack + ML + voice modules. Mention tools you actually used in your implementation.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architecture as blocks: UI → API → ML → safety → response. Mention database usage.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the pipeline slowly. This is the core slide for explaining your project.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with an example: fever+cough may map to multiple illnesses. Multi-label is more realistic.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Clearly say: in severe cases, the system prioritizes emergency help instead of normal advice.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Highlight the uniqueness: bilingual voice makes the system practical for local users.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Quickly list features; focus on those you implemented and can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you have screenshots, show them. Mention that results are instant and include safety warnings.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what you achieved and what you can improve. Repeat disclaimer: not a substitute for doctors.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ANN-D Health Advisor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Final Year Project Seminar (B.E/B.Tech)</a:t>
            </a:r>
          </a:p>
          <a:p>
            <a:r>
              <a:t>Presented by: [Your Name] | [USN/Roll No.]</a:t>
            </a:r>
          </a:p>
          <a:p>
            <a:r>
              <a:t>Dept: [CSE/ISE/IT] | [College Name]</a:t>
            </a:r>
          </a:p>
          <a:p>
            <a:r>
              <a:t>Guide: [Guide Name]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Many people ignore early symptoms or panic after random online searches</a:t>
            </a:r>
          </a:p>
          <a:p>
            <a:pPr/>
            <a:r>
              <a:t>Basic guidance often takes time (queues, clinic visits)</a:t>
            </a:r>
          </a:p>
          <a:p>
            <a:pPr/>
            <a:r>
              <a:t>Need a simple system for quick preliminary health advice</a:t>
            </a:r>
          </a:p>
          <a:p>
            <a:pPr/>
            <a:r>
              <a:t>Guidance only — not a medical diagnosis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Users need quick understanding of possible conditions from symptoms</a:t>
            </a:r>
          </a:p>
          <a:p>
            <a:pPr/>
            <a:r>
              <a:t>Online information is unstructured and sometimes unreliable</a:t>
            </a:r>
          </a:p>
          <a:p>
            <a:pPr/>
            <a:r>
              <a:t>Language barrier: local-language support is needed</a:t>
            </a:r>
          </a:p>
          <a:p>
            <a:pPr/>
            <a:r>
              <a:t>Severe cases must be handled safely with emergency guidance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Accept symptoms through text and voice input</a:t>
            </a:r>
          </a:p>
          <a:p>
            <a:pPr/>
            <a:r>
              <a:t>Support Kannada and English</a:t>
            </a:r>
          </a:p>
          <a:p>
            <a:pPr/>
            <a:r>
              <a:t>Predict one or more possible conditions (multi-label)</a:t>
            </a:r>
          </a:p>
          <a:p>
            <a:pPr/>
            <a:r>
              <a:t>Provide clear advice + tablet suggestion images (guidance only)</a:t>
            </a:r>
          </a:p>
          <a:p>
            <a:pPr/>
            <a:r>
              <a:t>Detect severe cases and show emergency help (location + contact)</a:t>
            </a:r>
          </a:p>
          <a:p>
            <a:pPr/>
            <a:r>
              <a:t>Store chat history / health report (optional)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Existing System &amp; 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Common approaches: Google search, blogs/videos, generic symptom checker websites</a:t>
            </a:r>
          </a:p>
          <a:p>
            <a:pPr/>
            <a:r>
              <a:t>Results are inconsistent and confusing for normal users</a:t>
            </a:r>
          </a:p>
          <a:p>
            <a:pPr/>
            <a:r>
              <a:t>Limited personalization to user’s exact symptoms</a:t>
            </a:r>
          </a:p>
          <a:p>
            <a:pPr/>
            <a:r>
              <a:t>Often no bilingual voice interaction</a:t>
            </a:r>
          </a:p>
          <a:p>
            <a:pPr/>
            <a:r>
              <a:t>Emergency handling is missing in many tools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Proposed System (ANN-D Health Advisor)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Web-based AI health advisor with chatbot-like interface</a:t>
            </a:r>
          </a:p>
          <a:p>
            <a:pPr/>
            <a:r>
              <a:t>Input: text or voice (Kannada/English)</a:t>
            </a:r>
          </a:p>
          <a:p>
            <a:pPr/>
            <a:r>
              <a:t>Output: possible condition(s) + confidence (if available)</a:t>
            </a:r>
          </a:p>
          <a:p>
            <a:pPr/>
            <a:r>
              <a:t>Advice + tablet suggestion images for better understanding</a:t>
            </a:r>
          </a:p>
          <a:p>
            <a:pPr/>
            <a:r>
              <a:t>If severe: emergency warning + location + emergency contact number</a:t>
            </a:r>
          </a:p>
          <a:p>
            <a:pPr/>
            <a:r>
              <a:t>Response provided in text + voice (Kannada/English)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Python (core development)</a:t>
            </a:r>
          </a:p>
          <a:p>
            <a:pPr/>
            <a:r>
              <a:t>AI/ML model (ANN-based approach for prediction)</a:t>
            </a:r>
          </a:p>
          <a:p>
            <a:pPr/>
            <a:r>
              <a:t>NLP preprocessing for symptom text</a:t>
            </a:r>
          </a:p>
          <a:p>
            <a:pPr/>
            <a:r>
              <a:t>Django + Django REST Framework (backend APIs)</a:t>
            </a:r>
          </a:p>
          <a:p>
            <a:pPr/>
            <a:r>
              <a:t>React + Vite (frontend UI)</a:t>
            </a:r>
          </a:p>
          <a:p>
            <a:pPr/>
            <a:r>
              <a:t>Database: SQLite/MySQL (users, chat history)</a:t>
            </a:r>
          </a:p>
          <a:p>
            <a:pPr/>
            <a:r>
              <a:t>Speech-to-Text (Kannada/English voice input)</a:t>
            </a:r>
          </a:p>
          <a:p>
            <a:pPr/>
            <a:r>
              <a:t>Text-to-Speech (Kannada/English voice response)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User (Browser/Mobile) → enters symptoms (text/voice)</a:t>
            </a:r>
          </a:p>
          <a:p>
            <a:pPr/>
            <a:r>
              <a:t>Frontend (React) → sends requests to backend APIs</a:t>
            </a:r>
          </a:p>
          <a:p>
            <a:pPr/>
            <a:r>
              <a:t>Backend (Django REST) → authentication + prediction endpoints</a:t>
            </a:r>
          </a:p>
          <a:p>
            <a:pPr/>
            <a:r>
              <a:t>ML/NLP module → preprocessing + prediction (multi-label)</a:t>
            </a:r>
          </a:p>
          <a:p>
            <a:pPr/>
            <a:r>
              <a:t>Safety module → severity detection + emergency handling</a:t>
            </a:r>
          </a:p>
          <a:p>
            <a:pPr/>
            <a:r>
              <a:t>Database → users + chat history/report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Working of the Model (Step-by-Step)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1) User inputs symptoms (text / voice)</a:t>
            </a:r>
          </a:p>
          <a:p>
            <a:pPr/>
            <a:r>
              <a:t>2) If voice: Speech-to-Text converts Kannada/English speech to text</a:t>
            </a:r>
          </a:p>
          <a:p>
            <a:pPr/>
            <a:r>
              <a:t>3) NLP preprocessing (cleaning, tokenization)</a:t>
            </a:r>
          </a:p>
          <a:p>
            <a:pPr/>
            <a:r>
              <a:t>4) Feature extraction (text → numeric vector)</a:t>
            </a:r>
          </a:p>
          <a:p>
            <a:pPr/>
            <a:r>
              <a:t>5) Predict multiple possible conditions (multi-label)</a:t>
            </a:r>
          </a:p>
          <a:p>
            <a:pPr/>
            <a:r>
              <a:t>6) Severity check: normal vs severe</a:t>
            </a:r>
          </a:p>
          <a:p>
            <a:pPr/>
            <a:r>
              <a:t>7) Generate response: advice + images + emergency info (if severe)</a:t>
            </a:r>
          </a:p>
          <a:p>
            <a:pPr/>
            <a:r>
              <a:t>8) Output: text + voice (Kannada/English)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More Conditions + Multi-Label Prediction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Symptoms can match multiple conditions (overlap is common)</a:t>
            </a:r>
          </a:p>
          <a:p>
            <a:pPr/>
            <a:r>
              <a:t>Multi-label output shows more than one possible condition</a:t>
            </a:r>
          </a:p>
          <a:p>
            <a:pPr/>
            <a:r>
              <a:t>Reduces risk of depending on a single prediction</a:t>
            </a:r>
          </a:p>
          <a:p>
            <a:pPr/>
            <a:r>
              <a:t>More conditions are supported by expanding dataset and retraining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Severity Detection + Emergency Handling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Severe symptoms trigger a safety-first response</a:t>
            </a:r>
          </a:p>
          <a:p>
            <a:pPr/>
            <a:r>
              <a:t>Example severe symptoms: chest pain, breathing difficulty, unconsciousness</a:t>
            </a:r>
          </a:p>
          <a:p>
            <a:pPr/>
            <a:r>
              <a:t>System shows emergency warning message</a:t>
            </a:r>
          </a:p>
          <a:p>
            <a:pPr/>
            <a:r>
              <a:t>Displays user location (if permission is given)</a:t>
            </a:r>
          </a:p>
          <a:p>
            <a:pPr/>
            <a:r>
              <a:t>Shows emergency contact number (configured in system)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Voice Input/Output (Kannada + English)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Voice input: user can speak symptoms in Kannada or English</a:t>
            </a:r>
          </a:p>
          <a:p>
            <a:pPr/>
            <a:r>
              <a:t>Speech-to-Text converts speech to text for prediction</a:t>
            </a:r>
          </a:p>
          <a:p>
            <a:pPr/>
            <a:r>
              <a:t>Voice output: response is read out in Kannada or English</a:t>
            </a:r>
          </a:p>
          <a:p>
            <a:pPr/>
            <a:r>
              <a:t>Improves accessibility for users who cannot type easily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Features of the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Chatbot-style UI (text + voice)</a:t>
            </a:r>
          </a:p>
          <a:p>
            <a:pPr/>
            <a:r>
              <a:t>Kannada + English support</a:t>
            </a:r>
          </a:p>
          <a:p>
            <a:pPr/>
            <a:r>
              <a:t>Multi-label condition prediction</a:t>
            </a:r>
          </a:p>
          <a:p>
            <a:pPr/>
            <a:r>
              <a:t>Tablet suggestion images (guidance only)</a:t>
            </a:r>
          </a:p>
          <a:p>
            <a:pPr/>
            <a:r>
              <a:t>Severity detection with emergency flow</a:t>
            </a:r>
          </a:p>
          <a:p>
            <a:pPr/>
            <a:r>
              <a:t>Location + emergency contact support for severe cases</a:t>
            </a:r>
          </a:p>
          <a:p>
            <a:pPr/>
            <a:r>
              <a:t>Chat history / health report (if enabled)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Sample Output /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Normal case: ‘cold, sneezing, mild fever’ → Common Cold / Viral Fever + advice</a:t>
            </a:r>
          </a:p>
          <a:p>
            <a:pPr/>
            <a:r>
              <a:t>Severe case: ‘chest pain, breathing issue’ → emergency warning + contact + location</a:t>
            </a:r>
          </a:p>
          <a:p>
            <a:pPr/>
            <a:r>
              <a:t>Response shown in text and also spoken in selected language</a:t>
            </a:r>
          </a:p>
          <a:p>
            <a:pPr/>
            <a:r>
              <a:t>Screenshots/demo can be shown here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Enhancements &amp;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Add larger real-world dataset to improve accuracy</a:t>
            </a:r>
          </a:p>
          <a:p>
            <a:pPr/>
            <a:r>
              <a:t>Improve multi-label model with deeper ANN techniques</a:t>
            </a:r>
          </a:p>
          <a:p>
            <a:pPr/>
            <a:r>
              <a:t>Better severity scoring using medical guidelines</a:t>
            </a:r>
          </a:p>
          <a:p>
            <a:pPr/>
            <a:r>
              <a:t>Add nearby hospitals/ambulance integration (maps)</a:t>
            </a:r>
          </a:p>
          <a:p>
            <a:pPr/>
            <a:r>
              <a:t>Support more Indian languages</a:t>
            </a:r>
          </a:p>
          <a:p>
            <a:pPr/>
            <a:r>
              <a:t>Conclusion: quick guidance + bilingual voice + safety-first emergency handling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